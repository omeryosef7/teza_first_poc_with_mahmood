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3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110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1488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CoT Hijacking POC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85800" y="288036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update 24.5.2026 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85800" y="33375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1 - Repo Audit &amp; Feasibility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68680" y="1234440"/>
            <a:ext cx="10652760" cy="4892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Audited Hijacking, AutoInject, and StrongREJECT codebases.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use Hijacking for the black-box baseline.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found: no hidden-state capture or refusal-direction workflow.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designed a structured wrapper for JSONL and summary artifacts.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expensive model run was performed in this stage.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2 - Baseline Hijacking Run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68680" y="1234440"/>
            <a:ext cx="10652760" cy="4892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Ran gpt-o4-mini target with gemini-2.5-pro attacker and gemini-judge.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Dataset: HarmBench standard split, train[0:4].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Expected 48 rows; actual 42 due to early stopping.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Goal-level success: 2 / 4 = 50%; row-level success: 4 / 42 ≈ 9.5%.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Concrete result: cash-smuggling goal succeeded 3 times in iteration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3 - StrongREJECT Evaluation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68680" y="1234440"/>
            <a:ext cx="10652760" cy="4892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Agreement: 2 rows positive under both Hijacking judge and StrongREJECT; 37 negative under both.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Disagreements: 2 Hijacking-success rows were StrongREJECT-negative; 1 Hijacking-failure row was StrongREJECT-positive.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Takeaway: attack success and StrongREJECT harmfulness are different labels.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4 - Refusal Direction Search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68680" y="1234440"/>
            <a:ext cx="10652760" cy="4892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Moved to Qwen3-14B hidden-state analysis.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Used 64 harmful and 64 harmless prompts from the vendored refusal-direction dataset.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Generated 160 candidates: 4 token positions × 40 layers.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Best provisional candidate: position -3, layer 22.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Most candidates showed a projection signal and some partially passed harmful ablation or harmless-KL checks, but none passed full validation because all failed the steering criterion.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22222"/>
              </a:solidFill>
              <a:latin typeface="Aptos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4B - Refusal Dampening Debug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68680" y="1234440"/>
            <a:ext cx="10652760" cy="4892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Measured refusal component on direct harmful vs hijacked prompts.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Direct harmful mean: 61.43.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Hijacked medium mean: 2.55; hijacked long mean: 3.20.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5 - Projection Dynamics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68680" y="1234440"/>
            <a:ext cx="10652760" cy="4892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Projected Stage 3 examples onto the provisional Stage 4 direction.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Measured final_token, last_8, and last_32 regions at hidden-state index 40.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Mean projections: final_token -0.0511; last_8 -0.0238; last_32 0.0161 - lower final-token alignment is consistent with the refusal-dampening hypothesis.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Stage 4B compares direct harmful prompts against hijacked prompts to test refusal dampening; Stage 5 looks only within the hijacked examples and measures how their projection changes across token regions.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6 - Token-Delay Analysis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68680" y="1234440"/>
            <a:ext cx="10652760" cy="4892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Measured projection as more prompt tokens are revealed.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Prefixes: 16, 32, 64, 128, and full.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Full run: 42 examples × 5 prefixes.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Aggregate means: 0.4893 → 0.1101 → -0.0668 → -0.2208 → -0.0511.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Prefix projections mostly decrease as more of the hijacked prompt is revealed, consistent with refusal-signal dilution, but not a clean monotonic trend.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Stage 5: same full hijacked prompt, different token regions; Stage 6: same hijacked prompt, different prefix lengths.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68680" y="1234440"/>
            <a:ext cx="10652760" cy="4892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Strengthen refusal-direction validation before treating it as a causal mechanism.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Use the refusal direction as an RL reward/cost signal for suffix optimization.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Test the reverse hypothesis: can hijacking succeed while leaving the refusal signal mostly unchanged?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Compare results across models and check whether refusal directions generalize or require a broader refusal subspace.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</a:rPr>
              <a:t>Study existing defenses/probe classifiers for delayed-intent jailbreaks and use them to guide stronger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569</Words>
  <Application>Microsoft Office PowerPoint</Application>
  <PresentationFormat>Widescreen</PresentationFormat>
  <Paragraphs>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CoT Hijacking POC — Compact Progress Update</dc:title>
  <dc:subject>CoT Hijacking POC progress update</dc:subject>
  <dc:creator>OpenAI</dc:creator>
  <cp:lastModifiedBy>Omer Yosef</cp:lastModifiedBy>
  <cp:revision>24</cp:revision>
  <dcterms:created xsi:type="dcterms:W3CDTF">2026-05-23T15:47:35Z</dcterms:created>
  <dcterms:modified xsi:type="dcterms:W3CDTF">2026-05-23T17:54:01Z</dcterms:modified>
</cp:coreProperties>
</file>